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Knockout Sumo" pitchFamily="2" charset="0"/>
      <p:regular r:id="rId12"/>
    </p:embeddedFont>
    <p:embeddedFont>
      <p:font typeface="Montserrat" pitchFamily="2" charset="77"/>
      <p:regular r:id="rId13"/>
      <p:bold r:id="rId14"/>
    </p:embeddedFont>
    <p:embeddedFont>
      <p:font typeface="Montserrat Bold" pitchFamily="2" charset="77"/>
      <p:regular r:id="rId15"/>
      <p:bold r:id="rId16"/>
    </p:embeddedFont>
    <p:embeddedFont>
      <p:font typeface="Oilvare Base" pitchFamily="2" charset="77"/>
      <p:regular r:id="rId17"/>
    </p:embeddedFont>
    <p:embeddedFont>
      <p:font typeface="Poppins Bold" pitchFamily="2" charset="7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42317" y="8302504"/>
            <a:ext cx="3377479" cy="3246406"/>
          </a:xfrm>
          <a:custGeom>
            <a:avLst/>
            <a:gdLst/>
            <a:ahLst/>
            <a:cxnLst/>
            <a:rect l="l" t="t" r="r" b="b"/>
            <a:pathLst>
              <a:path w="3377479" h="3246406">
                <a:moveTo>
                  <a:pt x="0" y="0"/>
                </a:moveTo>
                <a:lnTo>
                  <a:pt x="3377480" y="0"/>
                </a:lnTo>
                <a:lnTo>
                  <a:pt x="3377480" y="3246406"/>
                </a:lnTo>
                <a:lnTo>
                  <a:pt x="0" y="3246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0240" b="-14024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" r="-1" b="-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442371" y="1909382"/>
            <a:ext cx="15189651" cy="2025339"/>
          </a:xfrm>
          <a:custGeom>
            <a:avLst/>
            <a:gdLst/>
            <a:ahLst/>
            <a:cxnLst/>
            <a:rect l="l" t="t" r="r" b="b"/>
            <a:pathLst>
              <a:path w="15189651" h="2025339">
                <a:moveTo>
                  <a:pt x="0" y="0"/>
                </a:moveTo>
                <a:lnTo>
                  <a:pt x="15189651" y="0"/>
                </a:lnTo>
                <a:lnTo>
                  <a:pt x="15189651" y="2025338"/>
                </a:lnTo>
                <a:lnTo>
                  <a:pt x="0" y="202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0504" y="1677286"/>
            <a:ext cx="15189651" cy="2025339"/>
          </a:xfrm>
          <a:custGeom>
            <a:avLst/>
            <a:gdLst/>
            <a:ahLst/>
            <a:cxnLst/>
            <a:rect l="l" t="t" r="r" b="b"/>
            <a:pathLst>
              <a:path w="15189651" h="2025339">
                <a:moveTo>
                  <a:pt x="0" y="0"/>
                </a:moveTo>
                <a:lnTo>
                  <a:pt x="15189651" y="0"/>
                </a:lnTo>
                <a:lnTo>
                  <a:pt x="15189651" y="2025339"/>
                </a:lnTo>
                <a:lnTo>
                  <a:pt x="0" y="2025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01566" y="2275303"/>
            <a:ext cx="14986721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225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ZÉPHYR 2026 AI HACKATHON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120617" y="5029200"/>
            <a:ext cx="526970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Problem Statement ID 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16454" y="6037364"/>
            <a:ext cx="46738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Problem Statement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85556" y="7047014"/>
            <a:ext cx="210475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Team ID 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15622" y="8056664"/>
            <a:ext cx="287470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Team Name 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91622" y="8551964"/>
            <a:ext cx="229539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Knockout Sumo"/>
                <a:ea typeface="Knockout Sumo"/>
                <a:cs typeface="Knockout Sumo"/>
                <a:sym typeface="Knockout Sumo"/>
              </a:rPr>
              <a:t>(Registered on Portal)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822992"/>
            <a:ext cx="8500405" cy="8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 your idea</a:t>
            </a:r>
          </a:p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problem it solves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7578" y="2753935"/>
            <a:ext cx="166924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Proposed solution (Describe your Idea/Solution/Prototype)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578" y="2753935"/>
            <a:ext cx="166924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System Architecture</a:t>
            </a:r>
          </a:p>
        </p:txBody>
      </p:sp>
      <p:sp>
        <p:nvSpPr>
          <p:cNvPr id="3" name="Freeform 3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822992"/>
            <a:ext cx="14061348" cy="45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how the different components communicate each other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7766" y="2753935"/>
            <a:ext cx="1669247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822992"/>
            <a:ext cx="12508573" cy="8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stacks to be used (e.g. Hardware , Software , Programming Language) </a:t>
            </a:r>
          </a:p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Flow of their implementation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0032" y="2753935"/>
            <a:ext cx="802793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Innovation &amp; Differentiation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822992"/>
            <a:ext cx="14518491" cy="45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makes your solution different from existing approaches?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99843" y="2753935"/>
            <a:ext cx="802793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Feasibility and Viability</a:t>
            </a:r>
          </a:p>
        </p:txBody>
      </p:sp>
      <p:sp>
        <p:nvSpPr>
          <p:cNvPr id="3" name="Freeform 3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822992"/>
            <a:ext cx="12051802" cy="132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Analysis of the feasibility of the idea</a:t>
            </a:r>
          </a:p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Potential challenges and risks</a:t>
            </a:r>
          </a:p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Strategies for overcoming these challenges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0032" y="2753935"/>
            <a:ext cx="802793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Impact and Benefit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822992"/>
            <a:ext cx="10387146" cy="8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Potential impact on the target audience</a:t>
            </a:r>
          </a:p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Benefits of the solution (social, economic, environmental, etc.)</a:t>
            </a:r>
          </a:p>
        </p:txBody>
      </p:sp>
      <p:sp>
        <p:nvSpPr>
          <p:cNvPr id="4" name="Freeform 4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0755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822992"/>
            <a:ext cx="15850114" cy="88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Explain the techniques, benchmarks, ground truth, and metrics used to verify the accuracy and reliability of the solution.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30032" y="2753935"/>
            <a:ext cx="802793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Validation &amp; Verification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99843" y="2753935"/>
            <a:ext cx="802793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89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Research and References</a:t>
            </a:r>
          </a:p>
        </p:txBody>
      </p:sp>
      <p:sp>
        <p:nvSpPr>
          <p:cNvPr id="3" name="Freeform 3"/>
          <p:cNvSpPr/>
          <p:nvPr/>
        </p:nvSpPr>
        <p:spPr>
          <a:xfrm>
            <a:off x="550764" y="1309392"/>
            <a:ext cx="17329861" cy="7766056"/>
          </a:xfrm>
          <a:custGeom>
            <a:avLst/>
            <a:gdLst/>
            <a:ahLst/>
            <a:cxnLst/>
            <a:rect l="l" t="t" r="r" b="b"/>
            <a:pathLst>
              <a:path w="17329861" h="7766056">
                <a:moveTo>
                  <a:pt x="0" y="0"/>
                </a:moveTo>
                <a:lnTo>
                  <a:pt x="17329861" y="0"/>
                </a:lnTo>
                <a:lnTo>
                  <a:pt x="17329861" y="7766057"/>
                </a:lnTo>
                <a:lnTo>
                  <a:pt x="0" y="7766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58319" y="875509"/>
            <a:ext cx="2971362" cy="45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Idea Title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822992"/>
            <a:ext cx="11610451" cy="45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79" lvl="2" indent="-190460" algn="l">
              <a:lnSpc>
                <a:spcPts val="3498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Details and Author of the reasearch work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40" b="-140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5891" y="199425"/>
            <a:ext cx="17730978" cy="1526638"/>
          </a:xfrm>
          <a:custGeom>
            <a:avLst/>
            <a:gdLst/>
            <a:ahLst/>
            <a:cxnLst/>
            <a:rect l="l" t="t" r="r" b="b"/>
            <a:pathLst>
              <a:path w="17730978" h="1526638">
                <a:moveTo>
                  <a:pt x="0" y="0"/>
                </a:moveTo>
                <a:lnTo>
                  <a:pt x="17730978" y="0"/>
                </a:lnTo>
                <a:lnTo>
                  <a:pt x="17730978" y="1526638"/>
                </a:lnTo>
                <a:lnTo>
                  <a:pt x="0" y="152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13393" y="8492128"/>
            <a:ext cx="2347398" cy="2347398"/>
            <a:chOff x="0" y="0"/>
            <a:chExt cx="3129864" cy="31298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29915" cy="3129915"/>
            </a:xfrm>
            <a:custGeom>
              <a:avLst/>
              <a:gdLst/>
              <a:ahLst/>
              <a:cxnLst/>
              <a:rect l="l" t="t" r="r" b="b"/>
              <a:pathLst>
                <a:path w="3129915" h="3129915">
                  <a:moveTo>
                    <a:pt x="0" y="0"/>
                  </a:moveTo>
                  <a:lnTo>
                    <a:pt x="3129915" y="0"/>
                  </a:lnTo>
                  <a:lnTo>
                    <a:pt x="3129915" y="3129915"/>
                  </a:lnTo>
                  <a:lnTo>
                    <a:pt x="0" y="312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9685620" y="1897818"/>
            <a:ext cx="7255069" cy="3909851"/>
          </a:xfrm>
          <a:custGeom>
            <a:avLst/>
            <a:gdLst/>
            <a:ahLst/>
            <a:cxnLst/>
            <a:rect l="l" t="t" r="r" b="b"/>
            <a:pathLst>
              <a:path w="7255069" h="3909851">
                <a:moveTo>
                  <a:pt x="0" y="0"/>
                </a:moveTo>
                <a:lnTo>
                  <a:pt x="7255069" y="0"/>
                </a:lnTo>
                <a:lnTo>
                  <a:pt x="7255069" y="3909851"/>
                </a:lnTo>
                <a:lnTo>
                  <a:pt x="0" y="3909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6935" y="4890402"/>
            <a:ext cx="7255069" cy="3909851"/>
          </a:xfrm>
          <a:custGeom>
            <a:avLst/>
            <a:gdLst/>
            <a:ahLst/>
            <a:cxnLst/>
            <a:rect l="l" t="t" r="r" b="b"/>
            <a:pathLst>
              <a:path w="7255069" h="3909851">
                <a:moveTo>
                  <a:pt x="0" y="0"/>
                </a:moveTo>
                <a:lnTo>
                  <a:pt x="7255068" y="0"/>
                </a:lnTo>
                <a:lnTo>
                  <a:pt x="7255068" y="3909850"/>
                </a:lnTo>
                <a:lnTo>
                  <a:pt x="0" y="3909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5146" y="1946396"/>
            <a:ext cx="6965213" cy="2720845"/>
          </a:xfrm>
          <a:custGeom>
            <a:avLst/>
            <a:gdLst/>
            <a:ahLst/>
            <a:cxnLst/>
            <a:rect l="l" t="t" r="r" b="b"/>
            <a:pathLst>
              <a:path w="6965213" h="2720845">
                <a:moveTo>
                  <a:pt x="0" y="0"/>
                </a:moveTo>
                <a:lnTo>
                  <a:pt x="6965214" y="0"/>
                </a:lnTo>
                <a:lnTo>
                  <a:pt x="6965214" y="2720844"/>
                </a:lnTo>
                <a:lnTo>
                  <a:pt x="0" y="2720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30552" y="6061196"/>
            <a:ext cx="6965213" cy="2720845"/>
          </a:xfrm>
          <a:custGeom>
            <a:avLst/>
            <a:gdLst/>
            <a:ahLst/>
            <a:cxnLst/>
            <a:rect l="l" t="t" r="r" b="b"/>
            <a:pathLst>
              <a:path w="6965213" h="2720845">
                <a:moveTo>
                  <a:pt x="0" y="0"/>
                </a:moveTo>
                <a:lnTo>
                  <a:pt x="6965214" y="0"/>
                </a:lnTo>
                <a:lnTo>
                  <a:pt x="6965214" y="2720844"/>
                </a:lnTo>
                <a:lnTo>
                  <a:pt x="0" y="2720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46674" y="2810275"/>
            <a:ext cx="5770302" cy="1182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Heading - 30pt</a:t>
            </a:r>
          </a:p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Sub-Heading - 27pt</a:t>
            </a:r>
          </a:p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Content - 25pt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29158" y="2374563"/>
            <a:ext cx="1848002" cy="29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spc="73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Font Size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2256" y="896941"/>
            <a:ext cx="5543112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18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Instruction Page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5141" y="9371171"/>
            <a:ext cx="11723560" cy="37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Note : Don’t need to attach this slide during submission and 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9430" y="5683272"/>
            <a:ext cx="6738642" cy="1972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Keep your explanation precise and easy to understand</a:t>
            </a:r>
          </a:p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 your explanation in points</a:t>
            </a:r>
          </a:p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Explain your ideas in Diagrams , Infographics , Pictures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13682" y="3070584"/>
            <a:ext cx="6257153" cy="196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Convert PPT into Pdf</a:t>
            </a:r>
          </a:p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a separate folder in your drive, upload the pdf and change visibility to “</a:t>
            </a:r>
            <a:r>
              <a:rPr lang="en-US" sz="2199" b="1" spc="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Anyone with the link</a:t>
            </a: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”.</a:t>
            </a:r>
          </a:p>
          <a:p>
            <a:pPr marL="502798" lvl="2" indent="-167599" algn="l">
              <a:lnSpc>
                <a:spcPts val="3078"/>
              </a:lnSpc>
              <a:buFont typeface="Arial"/>
              <a:buChar char="⚬"/>
            </a:pPr>
            <a:r>
              <a:rPr lang="en-US" sz="2199" spc="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Submit the link in the website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13682" y="2522420"/>
            <a:ext cx="4860950" cy="29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spc="73">
                <a:solidFill>
                  <a:srgbClr val="000000"/>
                </a:solidFill>
                <a:latin typeface="Oilvare Base"/>
                <a:ea typeface="Oilvare Base"/>
                <a:cs typeface="Oilvare Base"/>
                <a:sym typeface="Oilvare Base"/>
              </a:rPr>
              <a:t>PPT Uploading Format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13682" y="6788172"/>
            <a:ext cx="6125632" cy="8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Maximum slides will be </a:t>
            </a: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including Title page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612530" y="327965"/>
            <a:ext cx="4276820" cy="1124083"/>
            <a:chOff x="0" y="0"/>
            <a:chExt cx="5702427" cy="14987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02427" cy="1498727"/>
            </a:xfrm>
            <a:custGeom>
              <a:avLst/>
              <a:gdLst/>
              <a:ahLst/>
              <a:cxnLst/>
              <a:rect l="l" t="t" r="r" b="b"/>
              <a:pathLst>
                <a:path w="5702427" h="1498727">
                  <a:moveTo>
                    <a:pt x="0" y="0"/>
                  </a:moveTo>
                  <a:lnTo>
                    <a:pt x="5702427" y="0"/>
                  </a:lnTo>
                  <a:lnTo>
                    <a:pt x="5702427" y="1498727"/>
                  </a:lnTo>
                  <a:lnTo>
                    <a:pt x="0" y="149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0240" b="-14024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566823" y="327965"/>
            <a:ext cx="923744" cy="1306420"/>
            <a:chOff x="0" y="0"/>
            <a:chExt cx="1231659" cy="17418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31646" cy="1741932"/>
            </a:xfrm>
            <a:custGeom>
              <a:avLst/>
              <a:gdLst/>
              <a:ahLst/>
              <a:cxnLst/>
              <a:rect l="l" t="t" r="r" b="b"/>
              <a:pathLst>
                <a:path w="1231646" h="1741932">
                  <a:moveTo>
                    <a:pt x="0" y="0"/>
                  </a:moveTo>
                  <a:lnTo>
                    <a:pt x="1231646" y="0"/>
                  </a:lnTo>
                  <a:lnTo>
                    <a:pt x="1231646" y="1741932"/>
                  </a:lnTo>
                  <a:lnTo>
                    <a:pt x="0" y="1741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" r="-1" b="-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Macintosh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Oilvare Base</vt:lpstr>
      <vt:lpstr>Montserrat Bold</vt:lpstr>
      <vt:lpstr>Poppins Bold</vt:lpstr>
      <vt:lpstr>Knockout Sumo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Zephyr PPT Template.pptx</dc:title>
  <cp:lastModifiedBy>ABHINAVKUMAR ILANGO</cp:lastModifiedBy>
  <cp:revision>2</cp:revision>
  <dcterms:created xsi:type="dcterms:W3CDTF">2006-08-16T00:00:00Z</dcterms:created>
  <dcterms:modified xsi:type="dcterms:W3CDTF">2026-10-03T15:18:23Z</dcterms:modified>
  <dc:identifier>DAHW9fKCRBc</dc:identifier>
</cp:coreProperties>
</file>